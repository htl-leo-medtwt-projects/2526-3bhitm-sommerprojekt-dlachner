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5" r:id="rId8"/>
    <p:sldId id="266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8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01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561A7-5259-09AA-EC30-59E6667F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DB4AD-F093-AB49-E6D8-36D09693F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30008-6100-BDF9-B230-A735283AE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3ACD-5307-45B8-84CE-0CBB1A861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02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F70EF-38C4-14C7-F250-5315FF57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F533C-351D-D0C9-ADEE-6BB3E3F99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3E588-90CC-E52F-9DD5-2F42FE71B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E2FF-C986-73D6-26A2-AB378B1A3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047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B395AB8F-8778-69C0-7D9E-1EA0D718D8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170"/>
          <a:stretch>
            <a:fillRect/>
          </a:stretch>
        </p:blipFill>
        <p:spPr>
          <a:xfrm>
            <a:off x="10264" y="0"/>
            <a:ext cx="8676536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 rot="1500000">
            <a:off x="6400799" y="-701245"/>
            <a:ext cx="3657600" cy="7315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 rot="-1200000">
            <a:off x="-914400" y="2743200"/>
            <a:ext cx="2743200" cy="4572000"/>
          </a:xfrm>
          <a:prstGeom prst="rect">
            <a:avLst/>
          </a:prstGeom>
          <a:solidFill>
            <a:srgbClr val="3A4FA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ln>
                  <a:solidFill>
                    <a:schemeClr val="bg1"/>
                  </a:solidFill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SKATEFORGE</a:t>
            </a:r>
            <a:endParaRPr lang="en-US" sz="8000" dirty="0">
              <a:ln>
                <a:solidFill>
                  <a:schemeClr val="bg1"/>
                </a:solidFill>
              </a:ln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0" y="2468880"/>
            <a:ext cx="4572000" cy="137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DEIN CUSTOM SKATEBOARD SHOP</a:t>
            </a:r>
            <a:endParaRPr lang="en-US" sz="2400" dirty="0">
              <a:latin typeface="Comic Sans MS" panose="030F0902030302020204" pitchFamily="66" charset="0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FDAB2FF-01AD-C389-6BD9-A3F67ABB1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10" y="3896940"/>
            <a:ext cx="2746406" cy="1132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id="{0210A5BB-1F6E-AAE8-DC96-422BAC0B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10"/>
          <a:stretch>
            <a:fillRect/>
          </a:stretch>
        </p:blipFill>
        <p:spPr>
          <a:xfrm>
            <a:off x="-1" y="0"/>
            <a:ext cx="9143999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A4FA6"/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WAS IST SKATEFORGE?</a:t>
            </a:r>
            <a:endParaRPr lang="en-US" sz="4200" dirty="0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103120" cy="3200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omic Sans MS" panose="030F0902030302020204" pitchFamily="66" charset="0"/>
              </a:rPr>
              <a:t>🛹</a:t>
            </a:r>
            <a:endParaRPr lang="en-US" sz="4400" dirty="0">
              <a:latin typeface="Comic Sans MS" panose="030F0902030302020204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SHOP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Decks, Trucks, Wheels &amp; mehr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2103120" cy="320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omic Sans MS" panose="030F0902030302020204" pitchFamily="66" charset="0"/>
              </a:rPr>
              <a:t>🔧</a:t>
            </a:r>
            <a:endParaRPr lang="en-US" sz="4400" dirty="0">
              <a:latin typeface="Comic Sans MS" panose="030F0902030302020204" pitchFamily="66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0604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BUILDER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60604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Baue dein Board in 6 Schritten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2103120" cy="3200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1554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omic Sans MS" panose="030F0902030302020204" pitchFamily="66" charset="0"/>
              </a:rPr>
              <a:t>💾</a:t>
            </a:r>
            <a:endParaRPr lang="en-US" sz="4400" dirty="0">
              <a:latin typeface="Comic Sans MS" panose="030F0902030302020204" pitchFamily="66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SPEICHERN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Wunschliste &amp; Warenkorb Sync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8000" y="1371600"/>
            <a:ext cx="2103120" cy="320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0" y="15544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  <a:latin typeface="Comic Sans MS" panose="030F0902030302020204" pitchFamily="66" charset="0"/>
              </a:rPr>
              <a:t>📦</a:t>
            </a:r>
            <a:endParaRPr lang="en-US" sz="4400" dirty="0">
              <a:latin typeface="Comic Sans MS" panose="030F0902030302020204" pitchFamily="66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95160" y="2423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CHECKOUT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95160" y="2926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Bestelle &amp; Track deine Order</a:t>
            </a:r>
            <a:endParaRPr lang="en-US" sz="10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>
            <a:extLst>
              <a:ext uri="{FF2B5EF4-FFF2-40B4-BE49-F238E27FC236}">
                <a16:creationId xmlns:a16="http://schemas.microsoft.com/office/drawing/2014/main" id="{F333C51B-A581-4DD0-8083-9184FCE20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610"/>
          <a:stretch>
            <a:fillRect/>
          </a:stretch>
        </p:blipFill>
        <p:spPr>
          <a:xfrm>
            <a:off x="-1" y="0"/>
            <a:ext cx="9143999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DATABASE SCHEMA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1463040"/>
            <a:ext cx="2926080" cy="320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8288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omic Sans MS" panose="030F0902030302020204" pitchFamily="66" charset="0"/>
              </a:rPr>
              <a:t>📦</a:t>
            </a:r>
            <a:endParaRPr lang="en-US" sz="3600" dirty="0">
              <a:latin typeface="Comic Sans MS" panose="030F0902030302020204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PRODUCTS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product_id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beschreibung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preis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brand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kategorie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34823" y="1463040"/>
            <a:ext cx="2926080" cy="3200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34823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omic Sans MS" panose="030F0902030302020204" pitchFamily="66" charset="0"/>
              </a:rPr>
              <a:t>👥</a:t>
            </a:r>
            <a:endParaRPr lang="en-US" sz="3600" dirty="0">
              <a:latin typeface="Comic Sans MS" panose="030F0902030302020204" pitchFamily="66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17703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USERS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7703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user_id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17703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email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17703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passwort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77529" y="1463040"/>
            <a:ext cx="2926080" cy="3200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77529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Comic Sans MS" panose="030F0902030302020204" pitchFamily="66" charset="0"/>
              </a:rPr>
              <a:t>🛒</a:t>
            </a:r>
            <a:endParaRPr lang="en-US" sz="3600" dirty="0">
              <a:latin typeface="Comic Sans MS" panose="030F0902030302020204" pitchFamily="66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0409" y="22860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ORDERS</a:t>
            </a:r>
            <a:endParaRPr lang="en-US" sz="1600" dirty="0">
              <a:latin typeface="Comic Sans MS" panose="030F0902030302020204" pitchFamily="66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0409" y="2880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bestellung_id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60409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user_id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0409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gesamtpreis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0409" y="3840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▸ status</a:t>
            </a:r>
            <a:endParaRPr lang="en-US" sz="10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DDE58F55-F9B6-0F66-82FC-7C2151A5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2" b="3556"/>
          <a:stretch>
            <a:fillRect/>
          </a:stretch>
        </p:blipFill>
        <p:spPr>
          <a:xfrm>
            <a:off x="-1" y="914400"/>
            <a:ext cx="9143999" cy="42291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KONFIGURATOR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Build Your Custom Skateboard</a:t>
            </a:r>
            <a:endParaRPr lang="en-US" sz="1200" dirty="0">
              <a:solidFill>
                <a:schemeClr val="accent1">
                  <a:lumMod val="20000"/>
                  <a:lumOff val="8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280160" cy="1280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>
              <a:latin typeface="Comic Sans MS" panose="030F0902030302020204" pitchFamily="66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DECK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783080" y="1645920"/>
            <a:ext cx="1280160" cy="12801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>
              <a:latin typeface="Comic Sans MS" panose="030F0902030302020204" pitchFamily="66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087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GRIP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0" y="1645920"/>
            <a:ext cx="1280160" cy="1280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>
              <a:latin typeface="Comic Sans MS" panose="030F0902030302020204" pitchFamily="66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TRUCKS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1645920"/>
            <a:ext cx="1280160" cy="12801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>
              <a:latin typeface="Comic Sans MS" panose="030F0902030302020204" pitchFamily="66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434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WHEELS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1645920"/>
            <a:ext cx="1280160" cy="1280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7220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>
              <a:latin typeface="Comic Sans MS" panose="030F0902030302020204" pitchFamily="66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07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BEARINGS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52360" y="1645920"/>
            <a:ext cx="1280160" cy="12801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8952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>
              <a:latin typeface="Comic Sans MS" panose="030F0902030302020204" pitchFamily="66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1780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EXTRAS</a:t>
            </a:r>
            <a:endParaRPr lang="en-US" sz="1000" dirty="0">
              <a:latin typeface="Comic Sans MS" panose="030F0902030302020204" pitchFamily="66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3A4FA6"/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AT" sz="1200" b="1" noProof="1">
                <a:solidFill>
                  <a:srgbClr val="00FF88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Schritt für Schritt dein Skateboard konfigurieren</a:t>
            </a:r>
            <a:endParaRPr lang="de-AT" sz="1200" noProof="1">
              <a:latin typeface="Comic Sans MS" panose="030F0902030302020204" pitchFamily="66" charset="0"/>
            </a:endParaRPr>
          </a:p>
        </p:txBody>
      </p:sp>
      <p:pic>
        <p:nvPicPr>
          <p:cNvPr id="1026" name="Picture 2" descr="Baker Brand Logo 8.75 Deck Black – Freedom Skateshop">
            <a:extLst>
              <a:ext uri="{FF2B5EF4-FFF2-40B4-BE49-F238E27FC236}">
                <a16:creationId xmlns:a16="http://schemas.microsoft.com/office/drawing/2014/main" id="{8EF8E81B-AFDA-C35D-2760-935316AAB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414377">
            <a:off x="609336" y="1812168"/>
            <a:ext cx="793005" cy="130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ZUPPLY Griptape black">
            <a:extLst>
              <a:ext uri="{FF2B5EF4-FFF2-40B4-BE49-F238E27FC236}">
                <a16:creationId xmlns:a16="http://schemas.microsoft.com/office/drawing/2014/main" id="{159825EA-BC78-EC01-181A-0D3B31DEF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62768">
            <a:off x="2005948" y="1936214"/>
            <a:ext cx="834425" cy="115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under Team Hollow Light Polished Skateboard Achse - Achsen Skateboards">
            <a:extLst>
              <a:ext uri="{FF2B5EF4-FFF2-40B4-BE49-F238E27FC236}">
                <a16:creationId xmlns:a16="http://schemas.microsoft.com/office/drawing/2014/main" id="{9546744F-F3BF-7F6F-0E54-3B971CC3A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975" y="2354580"/>
            <a:ext cx="1195010" cy="43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pitfire Formula Four 101A Conical Skateboard Rollen 4 Stk.">
            <a:extLst>
              <a:ext uri="{FF2B5EF4-FFF2-40B4-BE49-F238E27FC236}">
                <a16:creationId xmlns:a16="http://schemas.microsoft.com/office/drawing/2014/main" id="{25311F1D-8021-EFA9-7FDE-37CD2DE6C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563" y="2138796"/>
            <a:ext cx="780473" cy="78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ONES REDS BEARINGS">
            <a:extLst>
              <a:ext uri="{FF2B5EF4-FFF2-40B4-BE49-F238E27FC236}">
                <a16:creationId xmlns:a16="http://schemas.microsoft.com/office/drawing/2014/main" id="{D967C874-65A1-4836-046A-F4B5518B6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723" y="2195694"/>
            <a:ext cx="1114703" cy="53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X – No Chaos">
            <a:extLst>
              <a:ext uri="{FF2B5EF4-FFF2-40B4-BE49-F238E27FC236}">
                <a16:creationId xmlns:a16="http://schemas.microsoft.com/office/drawing/2014/main" id="{5408A099-3A1B-CCF8-F419-CE37EFA07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126" y="2138796"/>
            <a:ext cx="602628" cy="75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fik 21">
            <a:extLst>
              <a:ext uri="{FF2B5EF4-FFF2-40B4-BE49-F238E27FC236}">
                <a16:creationId xmlns:a16="http://schemas.microsoft.com/office/drawing/2014/main" id="{D074C204-5D5C-9B15-D440-46F69A8F97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2" b="3556"/>
          <a:stretch>
            <a:fillRect/>
          </a:stretch>
        </p:blipFill>
        <p:spPr>
          <a:xfrm>
            <a:off x="-1" y="914400"/>
            <a:ext cx="9143999" cy="42291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Shop Features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743200" cy="3474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omic Sans MS" panose="030F0902030302020204" pitchFamily="66" charset="0"/>
              </a:rPr>
              <a:t>🛒</a:t>
            </a:r>
            <a:endParaRPr lang="en-US" sz="3200" dirty="0">
              <a:latin typeface="Comic Sans MS" panose="030F0902030302020204" pitchFamily="66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WARENKORB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Live Mengen-Verwaltung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Preis-Berechnung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Persistent Storage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34747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omic Sans MS" panose="030F0902030302020204" pitchFamily="66" charset="0"/>
              </a:rPr>
              <a:t>❤️</a:t>
            </a:r>
            <a:endParaRPr lang="en-US" sz="3200" dirty="0">
              <a:latin typeface="Comic Sans MS" panose="030F0902030302020204" pitchFamily="66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WUNSCHLISTE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Per User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DB Sync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8328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Toggle mit ♡/♥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743200" cy="3474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omic Sans MS" panose="030F0902030302020204" pitchFamily="66" charset="0"/>
              </a:rPr>
              <a:t>📦</a:t>
            </a:r>
            <a:endParaRPr lang="en-US" sz="3200" dirty="0">
              <a:latin typeface="Comic Sans MS" panose="030F0902030302020204" pitchFamily="66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BESTELLUNGEN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Vollständige Historie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Status Tracking</a:t>
            </a:r>
            <a:endParaRPr lang="en-US" sz="900" dirty="0">
              <a:latin typeface="Comic Sans MS" panose="030F0902030302020204" pitchFamily="66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936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omic Sans MS" panose="030F0902030302020204" pitchFamily="66" charset="0"/>
                <a:ea typeface="Arial" pitchFamily="34" charset="-122"/>
                <a:cs typeface="Arial" pitchFamily="34" charset="-120"/>
              </a:rPr>
              <a:t>• Detailansicht</a:t>
            </a:r>
            <a:endParaRPr lang="en-US" sz="9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936E40E-919C-0A39-E5B8-9C5AF386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2" b="3556"/>
          <a:stretch>
            <a:fillRect/>
          </a:stretch>
        </p:blipFill>
        <p:spPr>
          <a:xfrm>
            <a:off x="-1" y="914400"/>
            <a:ext cx="9143999" cy="42291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AT" sz="3800" b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File Ordnung</a:t>
            </a:r>
            <a:endParaRPr lang="de-AT" sz="3800" noProof="1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98264" y="1353798"/>
            <a:ext cx="1853957" cy="3350301"/>
          </a:xfrm>
          <a:prstGeom prst="rect">
            <a:avLst/>
          </a:prstGeom>
          <a:solidFill>
            <a:srgbClr val="0D0D0D"/>
          </a:solidFill>
          <a:ln w="381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37B4635-BFB9-3741-FDDC-4C3390176A7C}"/>
              </a:ext>
            </a:extLst>
          </p:cNvPr>
          <p:cNvSpPr/>
          <p:nvPr/>
        </p:nvSpPr>
        <p:spPr>
          <a:xfrm>
            <a:off x="3435348" y="1606550"/>
            <a:ext cx="2273300" cy="2844800"/>
          </a:xfrm>
          <a:prstGeom prst="rect">
            <a:avLst/>
          </a:prstGeom>
          <a:solidFill>
            <a:srgbClr val="0D0D0D"/>
          </a:solidFill>
          <a:ln w="381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8713CECB-F434-69D3-D390-9D972EC11F2F}"/>
              </a:ext>
            </a:extLst>
          </p:cNvPr>
          <p:cNvSpPr/>
          <p:nvPr/>
        </p:nvSpPr>
        <p:spPr>
          <a:xfrm>
            <a:off x="6091775" y="1885950"/>
            <a:ext cx="1600202" cy="2286000"/>
          </a:xfrm>
          <a:prstGeom prst="rect">
            <a:avLst/>
          </a:prstGeom>
          <a:solidFill>
            <a:srgbClr val="0D0D0D"/>
          </a:solidFill>
          <a:ln w="381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5202AACC-627D-1D5A-67FB-99B855FB5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64" y="1353798"/>
            <a:ext cx="1853959" cy="3350301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40FEC95-B848-3D2E-DADC-5B9BAB55C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348" y="1606550"/>
            <a:ext cx="2273300" cy="28448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654A0470-4D84-07B8-EE9E-3A90030031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1777" y="1885950"/>
            <a:ext cx="1600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C8BDAB-E9C0-5E2B-CD94-9FA70661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75911B6D-6D2F-B116-9513-DC13B4DD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2" b="3556"/>
          <a:stretch>
            <a:fillRect/>
          </a:stretch>
        </p:blipFill>
        <p:spPr>
          <a:xfrm>
            <a:off x="-1" y="914400"/>
            <a:ext cx="9143999" cy="42291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BF23073-5362-DF1D-BA35-6A371888DF8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64F2C1-8951-53B4-857C-6A80D0E2F1E9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AT" sz="3800" b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In den Warenkorb geben</a:t>
            </a:r>
            <a:endParaRPr lang="de-AT" sz="3800" noProof="1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F766CC-EF21-6522-3013-372F5450E795}"/>
              </a:ext>
            </a:extLst>
          </p:cNvPr>
          <p:cNvSpPr/>
          <p:nvPr/>
        </p:nvSpPr>
        <p:spPr>
          <a:xfrm>
            <a:off x="1527405" y="1097279"/>
            <a:ext cx="6089189" cy="3502429"/>
          </a:xfrm>
          <a:prstGeom prst="rect">
            <a:avLst/>
          </a:prstGeom>
          <a:solidFill>
            <a:srgbClr val="0D0D0D"/>
          </a:solidFill>
          <a:ln w="381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402EE50-EC87-2564-82F8-48F40B9EF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405" y="1097280"/>
            <a:ext cx="6089189" cy="350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72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660A4-DD9B-0C8E-80FA-613B39B93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9EA22F6B-7A10-C41A-0FA7-0A3CFD5C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2" b="3556"/>
          <a:stretch>
            <a:fillRect/>
          </a:stretch>
        </p:blipFill>
        <p:spPr>
          <a:xfrm>
            <a:off x="-1" y="914400"/>
            <a:ext cx="9143999" cy="42291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CD4DE35F-BA7A-50B5-19C7-83B0760AF8DA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837AF4-58A5-92AD-C5EB-189E978C6939}"/>
              </a:ext>
            </a:extLst>
          </p:cNvPr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AT" sz="3800" b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Wunschliste laden</a:t>
            </a:r>
            <a:endParaRPr lang="de-AT" sz="3800" noProof="1">
              <a:solidFill>
                <a:schemeClr val="accent1">
                  <a:lumMod val="60000"/>
                  <a:lumOff val="4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0639FE-A81F-2172-40F4-4A518EDD7791}"/>
              </a:ext>
            </a:extLst>
          </p:cNvPr>
          <p:cNvSpPr/>
          <p:nvPr/>
        </p:nvSpPr>
        <p:spPr>
          <a:xfrm>
            <a:off x="1024051" y="1797455"/>
            <a:ext cx="7095894" cy="2102075"/>
          </a:xfrm>
          <a:prstGeom prst="rect">
            <a:avLst/>
          </a:prstGeom>
          <a:solidFill>
            <a:srgbClr val="0D0D0D"/>
          </a:solidFill>
          <a:ln w="381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EEF8BA1-A604-9299-3EF5-3D5E110F9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51" y="1797455"/>
            <a:ext cx="7095894" cy="21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3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9B30D68D-4BFC-67CF-0E87-8E0226989BC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r="7172"/>
          <a:stretch>
            <a:fillRect/>
          </a:stretch>
        </p:blipFill>
        <p:spPr>
          <a:xfrm>
            <a:off x="655781" y="0"/>
            <a:ext cx="8488219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 rot="2100000">
            <a:off x="-1828800" y="-914400"/>
            <a:ext cx="4572000" cy="7315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3" name="Shape 1"/>
          <p:cNvSpPr/>
          <p:nvPr/>
        </p:nvSpPr>
        <p:spPr>
          <a:xfrm rot="-1800000">
            <a:off x="7315200" y="914400"/>
            <a:ext cx="3657600" cy="5486400"/>
          </a:xfrm>
          <a:prstGeom prst="rect">
            <a:avLst/>
          </a:prstGeom>
          <a:solidFill>
            <a:srgbClr val="3A4FA6"/>
          </a:solidFill>
          <a:ln/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89991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anose="030F0902030302020204" pitchFamily="66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600" dirty="0">
              <a:ln>
                <a:solidFill>
                  <a:schemeClr val="tx1"/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  <a:latin typeface="Comic Sans MS" panose="030F0902030302020204" pitchFamily="66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0" y="2905758"/>
            <a:ext cx="5486400" cy="1828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endParaRPr lang="de-DE">
              <a:latin typeface="Comic Sans MS" panose="030F0902030302020204" pitchFamily="66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635705D-1B13-0143-9753-5B2E1E2E2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5" y="79114"/>
            <a:ext cx="2318327" cy="955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Macintosh PowerPoint</Application>
  <PresentationFormat>Bildschirmpräsentation (16:9)</PresentationFormat>
  <Paragraphs>78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Comic Sans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David Lachner</cp:lastModifiedBy>
  <cp:revision>23</cp:revision>
  <dcterms:created xsi:type="dcterms:W3CDTF">2026-06-14T07:30:27Z</dcterms:created>
  <dcterms:modified xsi:type="dcterms:W3CDTF">2026-06-16T07:21:19Z</dcterms:modified>
</cp:coreProperties>
</file>