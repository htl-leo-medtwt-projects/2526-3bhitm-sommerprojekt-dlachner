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4"/>
    <p:restoredTop sz="94610"/>
  </p:normalViewPr>
  <p:slideViewPr>
    <p:cSldViewPr snapToGrid="0" snapToObjects="1">
      <p:cViewPr>
        <p:scale>
          <a:sx n="138" d="100"/>
          <a:sy n="138" d="100"/>
        </p:scale>
        <p:origin x="1864" y="1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017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B395AB8F-8778-69C0-7D9E-1EA0D718D8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70"/>
          <a:stretch>
            <a:fillRect/>
          </a:stretch>
        </p:blipFill>
        <p:spPr>
          <a:xfrm>
            <a:off x="10264" y="0"/>
            <a:ext cx="8676536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 rot="1500000">
            <a:off x="6400799" y="-701245"/>
            <a:ext cx="3657600" cy="7315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-1200000">
            <a:off x="-914400" y="2743200"/>
            <a:ext cx="2743200" cy="457200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ln>
                  <a:solidFill>
                    <a:schemeClr val="bg1"/>
                  </a:solidFill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SKATEFORGE</a:t>
            </a:r>
            <a:endParaRPr lang="en-US" sz="8000" dirty="0">
              <a:ln>
                <a:solidFill>
                  <a:schemeClr val="bg1"/>
                </a:solidFill>
              </a:ln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0" y="2468880"/>
            <a:ext cx="4572000" cy="137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DEIN CUSTOM SKATEBOARD SHOP</a:t>
            </a:r>
            <a:endParaRPr lang="en-US" sz="2400" dirty="0">
              <a:latin typeface="Comic Sans MS" panose="030F0902030302020204" pitchFamily="66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FDAB2FF-01AD-C389-6BD9-A3F67ABB10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10" y="3896940"/>
            <a:ext cx="2746406" cy="11322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0210A5BB-1F6E-AAE8-DC96-422BAC0BC0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610"/>
          <a:stretch>
            <a:fillRect/>
          </a:stretch>
        </p:blipFill>
        <p:spPr>
          <a:xfrm>
            <a:off x="-1" y="0"/>
            <a:ext cx="9143999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WAS IST SKATEFORGE?</a:t>
            </a:r>
            <a:endParaRPr lang="en-US" sz="42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2103120" cy="320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🛹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SHOP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Decks, Trucks, Wheels &amp; mehr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468880" y="1371600"/>
            <a:ext cx="210312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6888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🔧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0604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BUILDER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0604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Baue dein Board in 6 Schritten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2103120" cy="320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💾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0060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SPEICHERN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0060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Wunschliste &amp; Warenkorb Sync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0" y="1371600"/>
            <a:ext cx="210312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📦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99516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CHECKOUT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Bestelle &amp; Track deine Order</a:t>
            </a:r>
            <a:endParaRPr lang="en-US" sz="1000" dirty="0"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fik 25">
            <a:extLst>
              <a:ext uri="{FF2B5EF4-FFF2-40B4-BE49-F238E27FC236}">
                <a16:creationId xmlns:a16="http://schemas.microsoft.com/office/drawing/2014/main" id="{F333C51B-A581-4DD0-8083-9184FCE206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610"/>
          <a:stretch>
            <a:fillRect/>
          </a:stretch>
        </p:blipFill>
        <p:spPr>
          <a:xfrm>
            <a:off x="-1" y="0"/>
            <a:ext cx="9143999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DATABASE SCHEMA</a:t>
            </a:r>
            <a:endParaRPr lang="en-US" sz="40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292608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2880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Comic Sans MS" panose="030F0902030302020204" pitchFamily="66" charset="0"/>
              </a:rPr>
              <a:t>📦</a:t>
            </a:r>
            <a:endParaRPr lang="en-US" sz="3600" dirty="0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PRODUCTS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product_id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beschreibung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6576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preis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brand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4160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kategorie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4823" y="1463040"/>
            <a:ext cx="2926080" cy="3200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134823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Comic Sans MS" panose="030F0902030302020204" pitchFamily="66" charset="0"/>
              </a:rPr>
              <a:t>👥</a:t>
            </a:r>
            <a:endParaRPr lang="en-US" sz="3600" dirty="0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17703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USERS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17703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user_id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17703" y="3200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email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17703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passwort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17703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profilbild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77529" y="1463040"/>
            <a:ext cx="292608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77529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Comic Sans MS" panose="030F0902030302020204" pitchFamily="66" charset="0"/>
              </a:rPr>
              <a:t>🛒</a:t>
            </a:r>
            <a:endParaRPr lang="en-US" sz="3600" dirty="0">
              <a:latin typeface="Comic Sans MS" panose="030F0902030302020204" pitchFamily="66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60409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ORDERS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60409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bestellung_id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60409" y="3200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user_id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260409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gesamtpreis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260409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status</a:t>
            </a:r>
            <a:endParaRPr lang="en-US" sz="1000" dirty="0"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fik 30">
            <a:extLst>
              <a:ext uri="{FF2B5EF4-FFF2-40B4-BE49-F238E27FC236}">
                <a16:creationId xmlns:a16="http://schemas.microsoft.com/office/drawing/2014/main" id="{DDE58F55-F9B6-0F66-82FC-7C2151A599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KONFIGURATOR</a:t>
            </a:r>
            <a:endParaRPr lang="en-US" sz="40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Build Your Custom Skateboard</a:t>
            </a:r>
            <a:endParaRPr lang="en-US" sz="1200" dirty="0">
              <a:solidFill>
                <a:schemeClr val="accent1">
                  <a:lumMod val="20000"/>
                  <a:lumOff val="8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1280160" cy="1280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DECK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783080" y="1645920"/>
            <a:ext cx="1280160" cy="12801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92024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0876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GRIP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00400" y="1645920"/>
            <a:ext cx="1280160" cy="1280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2608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TRUCKS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7720" y="1645920"/>
            <a:ext cx="1280160" cy="12801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5488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4340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WHEELS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035040" y="1645920"/>
            <a:ext cx="1280160" cy="1280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76072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BEARINGS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452360" y="1645920"/>
            <a:ext cx="1280160" cy="12801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58952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7804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EXTRAS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FF88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✓ SESSION-BASED  •  ✓ LIVE PRICING  •  ✓ VALIDATION</a:t>
            </a:r>
            <a:endParaRPr lang="en-US" sz="1200" dirty="0">
              <a:latin typeface="Comic Sans MS" panose="030F0902030302020204" pitchFamily="66" charset="0"/>
            </a:endParaRPr>
          </a:p>
        </p:txBody>
      </p:sp>
      <p:pic>
        <p:nvPicPr>
          <p:cNvPr id="1026" name="Picture 2" descr="Baker Brand Logo 8.75 Deck Black – Freedom Skateshop">
            <a:extLst>
              <a:ext uri="{FF2B5EF4-FFF2-40B4-BE49-F238E27FC236}">
                <a16:creationId xmlns:a16="http://schemas.microsoft.com/office/drawing/2014/main" id="{8EF8E81B-AFDA-C35D-2760-935316AABB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414377">
            <a:off x="609336" y="1812168"/>
            <a:ext cx="793005" cy="130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ZUPPLY Griptape black">
            <a:extLst>
              <a:ext uri="{FF2B5EF4-FFF2-40B4-BE49-F238E27FC236}">
                <a16:creationId xmlns:a16="http://schemas.microsoft.com/office/drawing/2014/main" id="{159825EA-BC78-EC01-181A-0D3B31DEF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962768">
            <a:off x="2005948" y="1936214"/>
            <a:ext cx="834425" cy="115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under Team Hollow Light Polished Skateboard Achse - Achsen Skateboards">
            <a:extLst>
              <a:ext uri="{FF2B5EF4-FFF2-40B4-BE49-F238E27FC236}">
                <a16:creationId xmlns:a16="http://schemas.microsoft.com/office/drawing/2014/main" id="{9546744F-F3BF-7F6F-0E54-3B971CC3A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975" y="2354580"/>
            <a:ext cx="1195010" cy="43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pitfire Formula Four 101A Conical Skateboard Rollen 4 Stk.">
            <a:extLst>
              <a:ext uri="{FF2B5EF4-FFF2-40B4-BE49-F238E27FC236}">
                <a16:creationId xmlns:a16="http://schemas.microsoft.com/office/drawing/2014/main" id="{25311F1D-8021-EFA9-7FDE-37CD2DE6C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7563" y="2138796"/>
            <a:ext cx="780473" cy="780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NES REDS BEARINGS">
            <a:extLst>
              <a:ext uri="{FF2B5EF4-FFF2-40B4-BE49-F238E27FC236}">
                <a16:creationId xmlns:a16="http://schemas.microsoft.com/office/drawing/2014/main" id="{D967C874-65A1-4836-046A-F4B5518B6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7723" y="2195694"/>
            <a:ext cx="1114703" cy="53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WAX – No Chaos">
            <a:extLst>
              <a:ext uri="{FF2B5EF4-FFF2-40B4-BE49-F238E27FC236}">
                <a16:creationId xmlns:a16="http://schemas.microsoft.com/office/drawing/2014/main" id="{5408A099-3A1B-CCF8-F419-CE37EFA073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1126" y="2138796"/>
            <a:ext cx="602628" cy="753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936E40E-919C-0A39-E5B8-9C5AF38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AT" sz="3800" b="1" noProof="1">
                <a:solidFill>
                  <a:schemeClr val="accent1">
                    <a:lumMod val="60000"/>
                    <a:lumOff val="4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 den Warenkorb geben</a:t>
            </a:r>
            <a:endParaRPr lang="de-AT" sz="3800" noProof="1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527405" y="1097279"/>
            <a:ext cx="6089189" cy="3502429"/>
          </a:xfrm>
          <a:prstGeom prst="rect">
            <a:avLst/>
          </a:prstGeom>
          <a:solidFill>
            <a:srgbClr val="0D0D0D"/>
          </a:solidFill>
          <a:ln w="381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B32014A-0C12-6DEB-7903-73C91A216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405" y="1097280"/>
            <a:ext cx="6089189" cy="35024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fik 21">
            <a:extLst>
              <a:ext uri="{FF2B5EF4-FFF2-40B4-BE49-F238E27FC236}">
                <a16:creationId xmlns:a16="http://schemas.microsoft.com/office/drawing/2014/main" id="{D074C204-5D5C-9B15-D440-46F69A8F9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E-COMMERCE FEATURES</a:t>
            </a:r>
            <a:endParaRPr lang="en-US" sz="40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2743200" cy="34747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omic Sans MS" panose="030F0902030302020204" pitchFamily="66" charset="0"/>
              </a:rPr>
              <a:t>🛒</a:t>
            </a:r>
            <a:endParaRPr lang="en-US" sz="3200" dirty="0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WARENKORB</a:t>
            </a:r>
            <a:endParaRPr lang="en-US" sz="1400" dirty="0"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Live Mengen-Verwaltung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Preis-Berechnung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Persistent Storage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00400" y="1371600"/>
            <a:ext cx="2743200" cy="34747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00400" y="1508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omic Sans MS" panose="030F0902030302020204" pitchFamily="66" charset="0"/>
              </a:rPr>
              <a:t>❤️</a:t>
            </a:r>
            <a:endParaRPr lang="en-US" sz="3200" dirty="0">
              <a:latin typeface="Comic Sans MS" panose="030F0902030302020204" pitchFamily="66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WUNSCHLISTE</a:t>
            </a:r>
            <a:endParaRPr lang="en-US" sz="1400" dirty="0">
              <a:latin typeface="Comic Sans MS" panose="030F0902030302020204" pitchFamily="66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8328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Per User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8328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DB Sync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Toggle mit ♡/♥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2743200" cy="34747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omic Sans MS" panose="030F0902030302020204" pitchFamily="66" charset="0"/>
              </a:rPr>
              <a:t>📦</a:t>
            </a:r>
            <a:endParaRPr lang="en-US" sz="3200" dirty="0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30936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BESTELLUNGEN</a:t>
            </a:r>
            <a:endParaRPr lang="en-US" sz="1400" dirty="0">
              <a:latin typeface="Comic Sans MS" panose="030F0902030302020204" pitchFamily="66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Vollständige Historie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093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Status Tracking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936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Detailansicht</a:t>
            </a:r>
            <a:endParaRPr lang="en-US" sz="900" dirty="0"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9B30D68D-4BFC-67CF-0E87-8E0226989BC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rcRect r="7172"/>
          <a:stretch>
            <a:fillRect/>
          </a:stretch>
        </p:blipFill>
        <p:spPr>
          <a:xfrm>
            <a:off x="655781" y="0"/>
            <a:ext cx="8488219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 rot="2100000">
            <a:off x="-1828800" y="-914400"/>
            <a:ext cx="4572000" cy="73152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Shape 1"/>
          <p:cNvSpPr/>
          <p:nvPr/>
        </p:nvSpPr>
        <p:spPr>
          <a:xfrm rot="-1800000">
            <a:off x="7315200" y="914400"/>
            <a:ext cx="3657600" cy="548640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ln>
                  <a:solidFill>
                    <a:schemeClr val="tx1"/>
                  </a:solidFill>
                </a:ln>
                <a:solidFill>
                  <a:schemeClr val="accent1">
                    <a:lumMod val="40000"/>
                    <a:lumOff val="6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5600" dirty="0">
              <a:ln>
                <a:solidFill>
                  <a:schemeClr val="tx1"/>
                </a:solidFill>
              </a:ln>
              <a:solidFill>
                <a:schemeClr val="accent1">
                  <a:lumMod val="40000"/>
                  <a:lumOff val="6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Zeit, die Website in Action zu sehen!</a:t>
            </a:r>
            <a:endParaRPr lang="en-US" sz="2200" dirty="0">
              <a:latin typeface="Comic Sans MS" panose="030F0902030302020204" pitchFamily="66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28800" y="2560320"/>
            <a:ext cx="54864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635705D-1B13-0143-9753-5B2E1E2E2E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25" y="79114"/>
            <a:ext cx="2318327" cy="955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Macintosh PowerPoint</Application>
  <PresentationFormat>Bildschirmpräsentation (16:9)</PresentationFormat>
  <Paragraphs>76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Comic Sans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David Lachner</cp:lastModifiedBy>
  <cp:revision>14</cp:revision>
  <dcterms:created xsi:type="dcterms:W3CDTF">2026-06-14T07:30:27Z</dcterms:created>
  <dcterms:modified xsi:type="dcterms:W3CDTF">2026-06-15T15:09:09Z</dcterms:modified>
</cp:coreProperties>
</file>